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 : presenter le projet en une phrase - un ecosysteme d'agents IA construit pour une marque fictive de skincare bio, demontrant LLM, RAG, agents et automatisation n8n.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pourquoi ce client : secteur skincare bio choisi pour sa richesse visuelle et son besoin naturel de transparence produit, ideal pour tester RAG et agents de contenu.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Parcourir le schema de gauche a droite puis de haut en bas : visiteur, landing page, puis deux branches (chatbot / formulaire), qui alimentent n8n, lequel declenche nurturing et agent Instagram.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live ici si possible : lancer node query.js avec une vraie question. Insister sur l'absence d'hallucination grace au RAG et sur le choix d'embeddings locaux gratuits.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live : generer un post avec node agent.js pour un autre produit. Montrer aussi le workflow n8n et la ligne creee dans Airtable avec le statut A valider.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le schema du workflow dans n8n si possible. Insister sur la logique de sortie a la conversion : c'est le point qui montre une reflexion marketing, pas juste un enchainement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live : montrer la vraie landing page dans le navigateur, remplir le formulaire, puis basculer sur Airtable pour montrer le lead qui apparait en direct.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reference technique si le jury pose des questions precises sur les outils utilises. Pas besoin de la lire integralement a l'oral.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importante pour la note Innovation/Reflexion critique : montrer qu'on a conscience des limites plutot que de les cacher renforce la credibilite du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Clore sur les 4 points cles. Garder 2-3 minutes pour les questions du jury.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97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MARKETING AGENCY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777240" y="27432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Lumea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agence marketing 100% pilotee par l'IA, au service d'une marque de skincare bio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M2 Data Marketing &amp; Commercial 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5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FICTIF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Lumea, une marque de skincare bio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bio en vente directe (DTC), gamme de 8 produits, cible 25-40 ans.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 business 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l'acquisition et le support client sans exploser les couts d'equipe.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F2F5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40416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399592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de questions repetitives au service client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4599432"/>
            <a:ext cx="457200" cy="457200"/>
          </a:xfrm>
          <a:prstGeom prst="ellipse">
            <a:avLst/>
          </a:prstGeom>
          <a:solidFill>
            <a:srgbClr val="F2F5E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663440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4617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d'equipe dediee pour le contenu reseaux sociaux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5221224"/>
            <a:ext cx="457200" cy="457200"/>
          </a:xfrm>
          <a:prstGeom prst="ellipse">
            <a:avLst/>
          </a:prstGeom>
          <a:solidFill>
            <a:srgbClr val="F2F5E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528523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523951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Paniers abandonnes et leads non relances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" y="5843016"/>
            <a:ext cx="457200" cy="457200"/>
          </a:xfrm>
          <a:prstGeom prst="ellipse">
            <a:avLst/>
          </a:prstGeom>
          <a:solidFill>
            <a:srgbClr val="F2F5EE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5907024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586130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d'une vitrine en ligne credible et rapide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949440" y="822960"/>
            <a:ext cx="4617720" cy="5394960"/>
          </a:xfrm>
          <a:prstGeom prst="roundRect">
            <a:avLst>
              <a:gd name="adj" fmla="val 1584"/>
            </a:avLst>
          </a:prstGeom>
          <a:solidFill>
            <a:srgbClr val="F2F5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7315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5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PRODUIT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7315200" y="1371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Serum Hydra-Eclat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7315200" y="18105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30ml - Toutes peaux, y compris sensibles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7315200" y="2331720"/>
            <a:ext cx="3840480" cy="0"/>
          </a:xfrm>
          <a:prstGeom prst="line">
            <a:avLst/>
          </a:prstGeom>
          <a:noFill/>
          <a:ln w="9525">
            <a:solidFill>
              <a:srgbClr val="DCE2D5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7315200" y="23865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Acide hyaluronique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9509760" y="238658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Hydratation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315200" y="2743200"/>
            <a:ext cx="3840480" cy="0"/>
          </a:xfrm>
          <a:prstGeom prst="line">
            <a:avLst/>
          </a:prstGeom>
          <a:noFill/>
          <a:ln w="9525">
            <a:solidFill>
              <a:srgbClr val="DCE2D5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315200" y="2798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Centella asiatica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9509760" y="27980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Apaisant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315200" y="3154680"/>
            <a:ext cx="3840480" cy="0"/>
          </a:xfrm>
          <a:prstGeom prst="line">
            <a:avLst/>
          </a:prstGeom>
          <a:noFill/>
          <a:ln w="9525">
            <a:solidFill>
              <a:srgbClr val="DCE2D5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315200" y="32095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Vitamine B5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9509760" y="32095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Reparateur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7315200" y="3566160"/>
            <a:ext cx="3840480" cy="0"/>
          </a:xfrm>
          <a:prstGeom prst="line">
            <a:avLst/>
          </a:prstGeom>
          <a:noFill/>
          <a:ln w="9525">
            <a:solidFill>
              <a:srgbClr val="DCE2D5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315200" y="36210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Parfum ajoute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9509760" y="36210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7315200" y="4480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EUR  -  Best-seller de la gamme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949440" y="55778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Ecosysteme demontrant : LLM, prompt engineering, RAG, agents IA, n8n, vibe coding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5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 d'ensemble du flux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4920" y="173736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2F5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84648" y="173736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Visiteur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97680" y="2606040"/>
            <a:ext cx="3566160" cy="640080"/>
          </a:xfrm>
          <a:prstGeom prst="roundRect">
            <a:avLst>
              <a:gd name="adj" fmla="val 8571"/>
            </a:avLst>
          </a:prstGeom>
          <a:solidFill>
            <a:srgbClr val="6B7A4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07408" y="2697480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407408" y="2990088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88720" y="3611880"/>
            <a:ext cx="3291840" cy="685800"/>
          </a:xfrm>
          <a:prstGeom prst="roundRect">
            <a:avLst>
              <a:gd name="adj" fmla="val 8000"/>
            </a:avLst>
          </a:prstGeom>
          <a:solidFill>
            <a:srgbClr val="3E7C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98448" y="370332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98448" y="399592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Reponses clients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06640" y="3611880"/>
            <a:ext cx="3291840" cy="685800"/>
          </a:xfrm>
          <a:prstGeom prst="roundRect">
            <a:avLst>
              <a:gd name="adj" fmla="val 8000"/>
            </a:avLst>
          </a:prstGeom>
          <a:solidFill>
            <a:srgbClr val="B8734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516368" y="370332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de leads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16368" y="399592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des visiteurs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463040" y="452628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F2F5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72768" y="461772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572768" y="491032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local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680960" y="452628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F2F5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90688" y="461772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leads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90688" y="491032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Airtable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566160" y="534924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4E5B3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75888" y="5440680"/>
            <a:ext cx="4809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n8n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75888" y="5733288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Scoring, nurturing, contenu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88720" y="617220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2F5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298448" y="626364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Nurturing email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298448" y="655624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emails automatises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06640" y="617220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2F5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516368" y="626364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Instagram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516368" y="655624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+ prompts image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2286000"/>
            <a:ext cx="0" cy="320040"/>
          </a:xfrm>
          <a:prstGeom prst="line">
            <a:avLst/>
          </a:prstGeom>
          <a:noFill/>
          <a:ln w="19050">
            <a:solidFill>
              <a:srgbClr val="A9B49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834640" y="3246120"/>
            <a:ext cx="2194560" cy="365760"/>
          </a:xfrm>
          <a:prstGeom prst="line">
            <a:avLst/>
          </a:prstGeom>
          <a:noFill/>
          <a:ln w="19050">
            <a:solidFill>
              <a:srgbClr val="A9B49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32320" y="3246120"/>
            <a:ext cx="1920240" cy="365760"/>
          </a:xfrm>
          <a:prstGeom prst="line">
            <a:avLst/>
          </a:prstGeom>
          <a:noFill/>
          <a:ln w="19050">
            <a:solidFill>
              <a:srgbClr val="A9B49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834640" y="4297680"/>
            <a:ext cx="0" cy="228600"/>
          </a:xfrm>
          <a:prstGeom prst="line">
            <a:avLst/>
          </a:prstGeom>
          <a:noFill/>
          <a:ln w="19050">
            <a:solidFill>
              <a:srgbClr val="A9B49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052560" y="4297680"/>
            <a:ext cx="0" cy="228600"/>
          </a:xfrm>
          <a:prstGeom prst="line">
            <a:avLst/>
          </a:prstGeom>
          <a:noFill/>
          <a:ln w="19050">
            <a:solidFill>
              <a:srgbClr val="A9B49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080760" y="5029200"/>
            <a:ext cx="0" cy="320040"/>
          </a:xfrm>
          <a:prstGeom prst="line">
            <a:avLst/>
          </a:prstGeom>
          <a:noFill/>
          <a:ln w="19050">
            <a:solidFill>
              <a:srgbClr val="A9B49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834640" y="5989320"/>
            <a:ext cx="2194560" cy="182880"/>
          </a:xfrm>
          <a:prstGeom prst="line">
            <a:avLst/>
          </a:prstGeom>
          <a:noFill/>
          <a:ln w="19050">
            <a:solidFill>
              <a:srgbClr val="A9B49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132320" y="5989320"/>
            <a:ext cx="1920240" cy="182880"/>
          </a:xfrm>
          <a:prstGeom prst="line">
            <a:avLst/>
          </a:prstGeom>
          <a:noFill/>
          <a:ln w="19050">
            <a:solidFill>
              <a:srgbClr val="A9B49A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94360" cy="594360"/>
          </a:xfrm>
          <a:prstGeom prst="ellipse">
            <a:avLst/>
          </a:prstGeom>
          <a:solidFill>
            <a:srgbClr val="F2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" y="631850"/>
            <a:ext cx="427939" cy="427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66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5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822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service client (RAG)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connaissances :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fiches produits + 3 documents (routine, livraison, engagement bio)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: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local et gratuit, multilingue (adapte au francais)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: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Sonnet, avec citation stricte du contexte (pas d'invention)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: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Chroma, execute en local sans cout d'API supplementaire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537960" y="1371600"/>
            <a:ext cx="5029200" cy="4754880"/>
          </a:xfrm>
          <a:prstGeom prst="roundRect">
            <a:avLst>
              <a:gd name="adj" fmla="val 1538"/>
            </a:avLst>
          </a:prstGeom>
          <a:solidFill>
            <a:srgbClr val="F2F5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12280" y="1572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Lumea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12280" y="2057400"/>
            <a:ext cx="37490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2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0" y="213969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produit convient pour une peau sensible ?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12280" y="2880360"/>
            <a:ext cx="4434840" cy="3017520"/>
          </a:xfrm>
          <a:prstGeom prst="roundRect">
            <a:avLst>
              <a:gd name="adj" fmla="val 3030"/>
            </a:avLst>
          </a:prstGeom>
          <a:solidFill>
            <a:srgbClr val="6B7A4F"/>
          </a:solidFill>
          <a:ln/>
        </p:spPr>
      </p:sp>
      <p:sp>
        <p:nvSpPr>
          <p:cNvPr id="12" name="Text 9"/>
          <p:cNvSpPr/>
          <p:nvPr/>
        </p:nvSpPr>
        <p:spPr>
          <a:xfrm>
            <a:off x="6995160" y="301752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produits Lumea conviennent aux peaux sensibles 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Eau Micellaire Apaisante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Gel Nettoyant Douceur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Serum Hydra-Eclat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Contour des Yeux Anti-Fatigue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produits sont sans parfum ajoute et formules pour ne pas agresser la peau.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94360" cy="594360"/>
          </a:xfrm>
          <a:prstGeom prst="ellipse">
            <a:avLst/>
          </a:prstGeom>
          <a:solidFill>
            <a:srgbClr val="F2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" y="631850"/>
            <a:ext cx="427939" cy="427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66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5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8229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de creation de contenu Instagram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implementations :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Node.js autonome + workflow n8n automatise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systeme :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de marque defini (chaleureux, jamais commercial), CTA doux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automatique :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produit different tous les 2 jours parmi les 8 de la gamme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Humain dans la boucle :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post est sauvegarde en statut "A valider" avant publication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75120" y="137160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2F5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949440" y="15727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5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genere - Serum Hydra-Eclat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949440" y="1965960"/>
            <a:ext cx="4297680" cy="2286000"/>
          </a:xfrm>
          <a:prstGeom prst="rect">
            <a:avLst/>
          </a:prstGeom>
          <a:solidFill>
            <a:srgbClr val="E4E9DC"/>
          </a:solidFill>
          <a:ln/>
        </p:spPr>
      </p:sp>
      <p:sp>
        <p:nvSpPr>
          <p:cNvPr id="10" name="Text 7"/>
          <p:cNvSpPr/>
          <p:nvPr/>
        </p:nvSpPr>
        <p:spPr>
          <a:xfrm>
            <a:off x="6949440" y="196596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visuel produit genere ]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949440" y="43708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F2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eclat, revele en 2 semaines.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49440" y="473659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Serum Hydra-Eclat allie acide hyaluronique, centella asiatica et vitamine B5 pour une hydratation intense, meme sur peaux sensibles.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949440" y="5623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7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#LumeaSkincare #HydraEclat #CleanBeauty #PeauSensible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94360" cy="594360"/>
          </a:xfrm>
          <a:prstGeom prst="ellipse">
            <a:avLst/>
          </a:prstGeom>
          <a:solidFill>
            <a:srgbClr val="F2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" y="631850"/>
            <a:ext cx="427939" cy="427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66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5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n8n - Nurturing email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2084832" cy="1554480"/>
          </a:xfrm>
          <a:prstGeom prst="roundRect">
            <a:avLst>
              <a:gd name="adj" fmla="val 4118"/>
            </a:avLst>
          </a:prstGeom>
          <a:solidFill>
            <a:srgbClr val="6B7A4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9808" y="198424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" y="23317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Bienvenue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283464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routine offert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24912" y="2651760"/>
            <a:ext cx="164592" cy="0"/>
          </a:xfrm>
          <a:prstGeom prst="line">
            <a:avLst/>
          </a:prstGeom>
          <a:noFill/>
          <a:ln w="19050">
            <a:solidFill>
              <a:srgbClr val="A9B49A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889504" y="1874520"/>
            <a:ext cx="2084832" cy="1554480"/>
          </a:xfrm>
          <a:prstGeom prst="roundRect">
            <a:avLst>
              <a:gd name="adj" fmla="val 4118"/>
            </a:avLst>
          </a:prstGeom>
          <a:solidFill>
            <a:srgbClr val="4E5B3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999232" y="198424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999232" y="23317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produit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999232" y="283464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produit consulte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974336" y="2651760"/>
            <a:ext cx="164592" cy="0"/>
          </a:xfrm>
          <a:prstGeom prst="line">
            <a:avLst/>
          </a:prstGeom>
          <a:noFill/>
          <a:ln w="19050">
            <a:solidFill>
              <a:srgbClr val="A9B49A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138928" y="1874520"/>
            <a:ext cx="2084832" cy="1554480"/>
          </a:xfrm>
          <a:prstGeom prst="roundRect">
            <a:avLst>
              <a:gd name="adj" fmla="val 4118"/>
            </a:avLst>
          </a:prstGeom>
          <a:solidFill>
            <a:srgbClr val="6B7A4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248656" y="198424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J+5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48656" y="23317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Preuve sociale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248656" y="283464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Temoignages clients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223760" y="2651760"/>
            <a:ext cx="164592" cy="0"/>
          </a:xfrm>
          <a:prstGeom prst="line">
            <a:avLst/>
          </a:prstGeom>
          <a:noFill/>
          <a:ln w="19050">
            <a:solidFill>
              <a:srgbClr val="A9B49A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388352" y="1874520"/>
            <a:ext cx="2084832" cy="1554480"/>
          </a:xfrm>
          <a:prstGeom prst="roundRect">
            <a:avLst>
              <a:gd name="adj" fmla="val 4118"/>
            </a:avLst>
          </a:prstGeom>
          <a:solidFill>
            <a:srgbClr val="4E5B3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498080" y="198424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J+9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498080" y="23317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promo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498080" y="283464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-10% premiere commande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473184" y="2651760"/>
            <a:ext cx="164592" cy="0"/>
          </a:xfrm>
          <a:prstGeom prst="line">
            <a:avLst/>
          </a:prstGeom>
          <a:noFill/>
          <a:ln w="19050">
            <a:solidFill>
              <a:srgbClr val="A9B49A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637776" y="1874520"/>
            <a:ext cx="2084832" cy="1554480"/>
          </a:xfrm>
          <a:prstGeom prst="roundRect">
            <a:avLst>
              <a:gd name="adj" fmla="val 4118"/>
            </a:avLst>
          </a:prstGeom>
          <a:solidFill>
            <a:srgbClr val="6B7A4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747504" y="198424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J+14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747504" y="23317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Derniere relance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747504" y="283464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Expiration du code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40080" y="3794760"/>
            <a:ext cx="10881360" cy="2331720"/>
          </a:xfrm>
          <a:prstGeom prst="roundRect">
            <a:avLst>
              <a:gd name="adj" fmla="val 3137"/>
            </a:avLst>
          </a:prstGeom>
          <a:solidFill>
            <a:srgbClr val="F2F5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005840" y="40690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Logique cle : sortie automatique si conversion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05840" y="457200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chaque email (sauf le premier), le workflow verifie dans Airtable si le lead a deja achete.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oui, la sequence s'arrete immediatement plutot que de continuer a solliciter un client deja converti.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logique evite le spam et illustre une reflexion marketing au-dela du simple enchainement d'emails.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94360" cy="594360"/>
          </a:xfrm>
          <a:prstGeom prst="ellipse">
            <a:avLst/>
          </a:prstGeom>
          <a:solidFill>
            <a:srgbClr val="F2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" y="631850"/>
            <a:ext cx="427939" cy="427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66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5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822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page (vibe coding)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2F5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901952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4672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editorial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04672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Etiquette produit stylisee, coherente avec l'ethos de transparence de la marque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429000" y="173736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2F5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592" y="1901952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93592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integre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3593592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accessible directement depuis la page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640080" y="333756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2F5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502152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4672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connecte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804672" y="4251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les leads en direct au webhook n8n (email, prenom, produit)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3429000" y="333756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2F5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3502152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593592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Frise routine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3593592" y="4251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interactive matin / soir, ordre d'application des produits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6309360" y="1737360"/>
            <a:ext cx="5257800" cy="4846320"/>
          </a:xfrm>
          <a:prstGeom prst="roundRect">
            <a:avLst>
              <a:gd name="adj" fmla="val 1509"/>
            </a:avLst>
          </a:prstGeom>
          <a:solidFill>
            <a:srgbClr val="1F2A1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658368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Lumea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583680" y="24688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Lisez l'etiquette.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Aimez ce qu'il y a dedans.</a:t>
            </a:r>
            <a:endParaRPr lang="en-US" sz="2100" dirty="0"/>
          </a:p>
        </p:txBody>
      </p:sp>
      <p:sp>
        <p:nvSpPr>
          <p:cNvPr id="25" name="Text 18"/>
          <p:cNvSpPr/>
          <p:nvPr/>
        </p:nvSpPr>
        <p:spPr>
          <a:xfrm>
            <a:off x="6583680" y="3520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gamme skincare bio a la formulation transparente.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583680" y="406908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6B7A4F"/>
          </a:solidFill>
          <a:ln/>
        </p:spPr>
      </p:sp>
      <p:sp>
        <p:nvSpPr>
          <p:cNvPr id="27" name="Text 20"/>
          <p:cNvSpPr/>
          <p:nvPr/>
        </p:nvSpPr>
        <p:spPr>
          <a:xfrm>
            <a:off x="6583680" y="4069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Decouvrir la gamme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583680" y="4892040"/>
            <a:ext cx="4709160" cy="1463040"/>
          </a:xfrm>
          <a:prstGeom prst="roundRect">
            <a:avLst>
              <a:gd name="adj" fmla="val 5000"/>
            </a:avLst>
          </a:prstGeom>
          <a:solidFill>
            <a:srgbClr val="2A3823"/>
          </a:solidFill>
          <a:ln/>
        </p:spPr>
      </p:sp>
      <p:sp>
        <p:nvSpPr>
          <p:cNvPr id="29" name="Text 22"/>
          <p:cNvSpPr/>
          <p:nvPr/>
        </p:nvSpPr>
        <p:spPr>
          <a:xfrm>
            <a:off x="6766560" y="5029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-10% sur votre premiere commande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766560" y="5440680"/>
            <a:ext cx="4343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1" name="Text 24"/>
          <p:cNvSpPr/>
          <p:nvPr/>
        </p:nvSpPr>
        <p:spPr>
          <a:xfrm>
            <a:off x="6903720" y="5440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email...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6766560" y="589788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B8734F"/>
          </a:solidFill>
          <a:ln/>
        </p:spPr>
      </p:sp>
      <p:sp>
        <p:nvSpPr>
          <p:cNvPr id="33" name="Text 26"/>
          <p:cNvSpPr/>
          <p:nvPr/>
        </p:nvSpPr>
        <p:spPr>
          <a:xfrm>
            <a:off x="6766560" y="5897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S'abonner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94360" cy="594360"/>
          </a:xfrm>
          <a:prstGeom prst="ellipse">
            <a:avLst/>
          </a:prstGeom>
          <a:solidFill>
            <a:srgbClr val="F2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" y="631850"/>
            <a:ext cx="427939" cy="427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66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5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LE CAPOT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822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technique complete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45720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548640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Brique</a:t>
                      </a:r>
                      <a:endParaRPr lang="en-US" sz="125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5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Outil utilise</a:t>
                      </a:r>
                      <a:endParaRPr lang="en-US" sz="125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5B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25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5B3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1D"/>
                          </a:solidFill>
                        </a:rPr>
                        <a:t>LLM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355"/>
                          </a:solidFill>
                        </a:rPr>
                        <a:t>Claude (Anthropic API)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355"/>
                          </a:solidFill>
                        </a:rPr>
                        <a:t>Generation des reponses et du contenu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1D"/>
                          </a:solidFill>
                        </a:rPr>
                        <a:t>Vector store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355"/>
                          </a:solidFill>
                        </a:rPr>
                        <a:t>Chroma (local)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355"/>
                          </a:solidFill>
                        </a:rPr>
                        <a:t>Stockage des embeddings du chatbot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E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1D"/>
                          </a:solidFill>
                        </a:rPr>
                        <a:t>Embeddings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355"/>
                          </a:solidFill>
                        </a:rPr>
                        <a:t>Modele local multilingue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355"/>
                          </a:solidFill>
                        </a:rPr>
                        <a:t>Vectorisation sans cout d'API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1D"/>
                          </a:solidFill>
                        </a:rPr>
                        <a:t>Orchestration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355"/>
                          </a:solidFill>
                        </a:rPr>
                        <a:t>n8n Cloud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355"/>
                          </a:solidFill>
                        </a:rPr>
                        <a:t>Nurturing email et agent Instagram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E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1D"/>
                          </a:solidFill>
                        </a:rPr>
                        <a:t>Base de donnees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355"/>
                          </a:solidFill>
                        </a:rPr>
                        <a:t>Airtable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355"/>
                          </a:solidFill>
                        </a:rPr>
                        <a:t>Leads et file de contenu a valider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1D"/>
                          </a:solidFill>
                        </a:rPr>
                        <a:t>Landing page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355"/>
                          </a:solidFill>
                        </a:rPr>
                        <a:t>HTML / CSS / JS (vibe coding)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355"/>
                          </a:solidFill>
                        </a:rPr>
                        <a:t>Vitrine et capture de leads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E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1D"/>
                          </a:solidFill>
                        </a:rPr>
                        <a:t>Hebergement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355"/>
                          </a:solidFill>
                        </a:rPr>
                        <a:t>Vercel / Netlify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355"/>
                          </a:solidFill>
                        </a:rPr>
                        <a:t>Deploiement de la landing page</a:t>
                      </a:r>
                      <a:endParaRPr lang="en-US" sz="12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94360" cy="594360"/>
          </a:xfrm>
          <a:prstGeom prst="ellipse">
            <a:avLst/>
          </a:prstGeom>
          <a:solidFill>
            <a:srgbClr val="F2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" y="631850"/>
            <a:ext cx="427939" cy="427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 CRITIQUE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8229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actuelles et pistes d'amelioration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10881360" cy="1417320"/>
          </a:xfrm>
          <a:prstGeom prst="roundRect">
            <a:avLst>
              <a:gd name="adj" fmla="val 4516"/>
            </a:avLst>
          </a:prstGeom>
          <a:solidFill>
            <a:srgbClr val="F2F5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Delivrabilite email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1945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87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emails arrivent parfois en spam (domaine d'envoi neuf, sans reputation).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E5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Authentifier le domaine avec SPF / DKIM / DMARC avant un vrai lancement.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291840"/>
            <a:ext cx="10881360" cy="1417320"/>
          </a:xfrm>
          <a:prstGeom prst="roundRect">
            <a:avLst>
              <a:gd name="adj" fmla="val 4516"/>
            </a:avLst>
          </a:prstGeom>
          <a:solidFill>
            <a:srgbClr val="F2F5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1440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 Instagram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37947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87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genere le contenu mais ne publie pas automatiquement sur Instagram.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E5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assume : garder un humain dans la boucle avant publication (statut "A valider").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4516"/>
            </a:avLst>
          </a:prstGeom>
          <a:solidFill>
            <a:srgbClr val="F2F5E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4400" y="5029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d'image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53949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87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le prompt d'image est genere, pas l'image elle-meme.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E5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une API de generation d'image (Stability AI, Replicate) pour aller plus loin.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1732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A9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13716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ecosysteme complet, teste de bout en bout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68680" y="2724912"/>
            <a:ext cx="91440" cy="91440"/>
          </a:xfrm>
          <a:prstGeom prst="ellipse">
            <a:avLst/>
          </a:prstGeom>
          <a:solidFill>
            <a:srgbClr val="6B7A4F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257860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fonctionnel, base vectorisee, reponses precises et sourcees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68680" y="3273552"/>
            <a:ext cx="91440" cy="91440"/>
          </a:xfrm>
          <a:prstGeom prst="ellipse">
            <a:avLst/>
          </a:prstGeom>
          <a:solidFill>
            <a:srgbClr val="6B7A4F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312724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Instagram (script + workflow n8n) generant du contenu pret a valider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3822192"/>
            <a:ext cx="91440" cy="91440"/>
          </a:xfrm>
          <a:prstGeom prst="ellipse">
            <a:avLst/>
          </a:prstGeom>
          <a:solidFill>
            <a:srgbClr val="6B7A4F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367588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Nurturing email automatise avec logique de sortie a la conversion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68680" y="4370832"/>
            <a:ext cx="91440" cy="91440"/>
          </a:xfrm>
          <a:prstGeom prst="ellipse">
            <a:avLst/>
          </a:prstGeom>
          <a:solidFill>
            <a:srgbClr val="6B7A4F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2245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connectee au webhook, formulaire teste en conditions reelles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5669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- Questions 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Marketing Agency - Lumea</dc:title>
  <dc:subject>PptxGenJS Presentation</dc:subject>
  <dc:creator>Larry</dc:creator>
  <cp:lastModifiedBy>Larry</cp:lastModifiedBy>
  <cp:revision>1</cp:revision>
  <dcterms:created xsi:type="dcterms:W3CDTF">2026-07-09T04:10:43Z</dcterms:created>
  <dcterms:modified xsi:type="dcterms:W3CDTF">2026-07-09T04:10:43Z</dcterms:modified>
</cp:coreProperties>
</file>